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88259-EABF-1AFF-C6F9-9BD9249659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C20C75-C4B8-515B-AE79-085734C023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F6774-4C3B-B276-4A41-B486665A9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E3674-1E87-4AE9-AA2B-5F80045A6BE0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780E9-43C3-4E93-1C9C-3D315D902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2680C-1E5D-960B-301B-4D151D7EB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A4055-FB20-4700-943B-5042BB110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5710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27A2C-A069-41FC-5A07-8CE6F7520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0DE39-8771-761C-0A1E-FD7A472CE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D4CD1-6B05-05A3-DA01-1A086C8DE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E3674-1E87-4AE9-AA2B-5F80045A6BE0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CE7D5-AD10-8814-331C-8D5DE3026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57396-CAA6-9741-3C56-6C270CBB9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A4055-FB20-4700-943B-5042BB110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6978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237C7-4A02-08AB-F596-E43B7625F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943AE6-776D-C3A4-B566-49254A41F0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69F7B5-CD88-E5E4-702A-AB67C118F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E3674-1E87-4AE9-AA2B-5F80045A6BE0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35652-67B5-8782-877F-53C9EB41A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C0F53-13C8-C441-57CC-953D9FC9B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A4055-FB20-4700-943B-5042BB110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7057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431FE-A837-56B9-C6A2-0EC75560C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C588B-C05C-E66F-F5C9-2320D127D2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08321C-2F60-5FFC-3AC6-B4EAD26E5E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89EB8-1BF2-06C5-73CA-CE52832C3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E3674-1E87-4AE9-AA2B-5F80045A6BE0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3ED868-99EE-8215-95FF-48EE53654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086D89-7D18-559C-69E7-88918E156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A4055-FB20-4700-943B-5042BB110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7692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F0773-D757-C72F-C7C0-28D12F9B5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5A2BE2-35E4-484D-D2E6-ABE83FA70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42E5CC-7DD8-E581-5266-BF94C32C65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6B02C0-F17D-643D-5322-46E47D33AC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EB195D-A5C3-821B-4686-AB59DD0B8E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061FF7-BA6B-2DB7-B07C-236A271F4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E3674-1E87-4AE9-AA2B-5F80045A6BE0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BA1B5E-D8A4-C1B6-95F8-1D84FD40F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BB16E7-F703-A810-3EAC-6A396ADC6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A4055-FB20-4700-943B-5042BB110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245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3FF4A-66D3-3AC6-4620-CAB294A77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63B3CD-2E77-0FBA-3F25-6DB3AB82B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E3674-1E87-4AE9-AA2B-5F80045A6BE0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657255-6468-CD98-6037-A3EDCC938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1DCAA5-5C96-0D51-89C9-4DC376D10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A4055-FB20-4700-943B-5042BB110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1629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BD3F29-7CD2-628B-1348-6B743A4B8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E3674-1E87-4AE9-AA2B-5F80045A6BE0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00B6B2-FE89-AAAB-A575-77057205D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1E9175-7CE4-BCF8-B6EE-7FB3F00A6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A4055-FB20-4700-943B-5042BB110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7491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517FD-A935-90B3-B74D-1F791DEBA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12571-4623-372F-E11C-A943D83F6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4639D-B921-D222-0A3F-DF37A6FDB6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1F60E9-FB88-022D-AB2C-295A0EB96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E3674-1E87-4AE9-AA2B-5F80045A6BE0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D2E1CC-96BF-E97C-6869-435DCA326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6EB909-0831-35C0-D82C-9CB96BB4F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A4055-FB20-4700-943B-5042BB110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9273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24DCA-B541-FAE5-9097-BF2B214C8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ABE13B-DA34-A985-85E8-68E8CE4BF9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F58F49-7CC5-6042-32A7-9DE7263F90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1A1A79-CE25-2053-459F-10FAF6CD9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E3674-1E87-4AE9-AA2B-5F80045A6BE0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33E36E-16B3-7FE3-D2C9-5947A2190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8AE26E-8A52-631E-B554-9BC8DFDB7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A4055-FB20-4700-943B-5042BB110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087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137A8-D62E-FD68-53D6-FAC39A0A7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9B7DCE-2DB1-360E-1694-7ABA48EC92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9BE7D8-0064-6FC7-53FD-DD4BFD287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E3674-1E87-4AE9-AA2B-5F80045A6BE0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27DAF9-2940-08F6-B882-0EAB0F39A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0F41E-635B-E4FE-FEB3-CCFE281A4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A4055-FB20-4700-943B-5042BB110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7903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1D709E-C45B-178F-1161-ADD02B6468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4E315B-069E-D86A-A610-AA0EE8FBD3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29605-4CD1-7D7A-F6EA-4159C7E85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E3674-1E87-4AE9-AA2B-5F80045A6BE0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4B06C-E7DA-C916-24BB-B6FDB40C2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612BC-DBFB-20FF-7B6B-D045DE179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A4055-FB20-4700-943B-5042BB110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5553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E46C2B-23F7-FB92-0436-172EA1F4C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30A31F-9357-6853-5B85-0D3EC189B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CCA34-FFF7-AD09-FC7A-5CC71F42F9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0E3674-1E87-4AE9-AA2B-5F80045A6BE0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D7A7A-69A9-DD22-9BAA-527A6A680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9CB8D-458E-47B0-4778-8A4951516D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A4055-FB20-4700-943B-5042BB110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9372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FBB371-C186-BB71-B273-73079C9BCBF3}"/>
              </a:ext>
            </a:extLst>
          </p:cNvPr>
          <p:cNvSpPr/>
          <p:nvPr/>
        </p:nvSpPr>
        <p:spPr>
          <a:xfrm>
            <a:off x="0" y="-8878"/>
            <a:ext cx="3266983" cy="686687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26B95D-3A77-DCCD-8C3B-F219A1106268}"/>
              </a:ext>
            </a:extLst>
          </p:cNvPr>
          <p:cNvSpPr/>
          <p:nvPr/>
        </p:nvSpPr>
        <p:spPr>
          <a:xfrm>
            <a:off x="0" y="-8878"/>
            <a:ext cx="3266983" cy="381740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2B55419-E22F-CD72-1971-029DA7849F89}"/>
              </a:ext>
            </a:extLst>
          </p:cNvPr>
          <p:cNvSpPr/>
          <p:nvPr/>
        </p:nvSpPr>
        <p:spPr>
          <a:xfrm>
            <a:off x="71021" y="452786"/>
            <a:ext cx="1926455" cy="38174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3115FB-7150-3BC6-6BA7-065402FB9E2A}"/>
              </a:ext>
            </a:extLst>
          </p:cNvPr>
          <p:cNvSpPr txBox="1"/>
          <p:nvPr/>
        </p:nvSpPr>
        <p:spPr>
          <a:xfrm>
            <a:off x="71021" y="412823"/>
            <a:ext cx="2055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n>
                  <a:solidFill>
                    <a:schemeClr val="tx1"/>
                  </a:solidFill>
                </a:ln>
              </a:rPr>
              <a:t>10/05/2015</a:t>
            </a:r>
            <a:endParaRPr lang="en-IN" sz="24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B415A0-DFA9-75EA-AFC6-8182F4EC22F2}"/>
              </a:ext>
            </a:extLst>
          </p:cNvPr>
          <p:cNvSpPr txBox="1"/>
          <p:nvPr/>
        </p:nvSpPr>
        <p:spPr>
          <a:xfrm rot="5400000">
            <a:off x="1643463" y="436134"/>
            <a:ext cx="375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n>
                  <a:solidFill>
                    <a:schemeClr val="tx1"/>
                  </a:solidFill>
                </a:ln>
              </a:rPr>
              <a:t>&gt;</a:t>
            </a:r>
            <a:endParaRPr lang="en-IN" sz="24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C9F726C-EE70-2B48-2E50-BE79E829D050}"/>
              </a:ext>
            </a:extLst>
          </p:cNvPr>
          <p:cNvSpPr/>
          <p:nvPr/>
        </p:nvSpPr>
        <p:spPr>
          <a:xfrm>
            <a:off x="2572304" y="435080"/>
            <a:ext cx="506027" cy="461665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Free-form: Shape 11">
            <a:extLst>
              <a:ext uri="{FF2B5EF4-FFF2-40B4-BE49-F238E27FC236}">
                <a16:creationId xmlns:a16="http://schemas.microsoft.com/office/drawing/2014/main" id="{49544490-499B-31A2-DA2F-127CC41466DC}"/>
              </a:ext>
            </a:extLst>
          </p:cNvPr>
          <p:cNvSpPr/>
          <p:nvPr/>
        </p:nvSpPr>
        <p:spPr>
          <a:xfrm rot="18986202">
            <a:off x="2732101" y="493859"/>
            <a:ext cx="186432" cy="361718"/>
          </a:xfrm>
          <a:custGeom>
            <a:avLst/>
            <a:gdLst>
              <a:gd name="connsiteX0" fmla="*/ 157456 w 186432"/>
              <a:gd name="connsiteY0" fmla="*/ 25671 h 361718"/>
              <a:gd name="connsiteX1" fmla="*/ 160762 w 186432"/>
              <a:gd name="connsiteY1" fmla="*/ 157456 h 361718"/>
              <a:gd name="connsiteX2" fmla="*/ 130448 w 186432"/>
              <a:gd name="connsiteY2" fmla="*/ 178700 h 361718"/>
              <a:gd name="connsiteX3" fmla="*/ 117221 w 186432"/>
              <a:gd name="connsiteY3" fmla="*/ 181620 h 361718"/>
              <a:gd name="connsiteX4" fmla="*/ 117221 w 186432"/>
              <a:gd name="connsiteY4" fmla="*/ 361718 h 361718"/>
              <a:gd name="connsiteX5" fmla="*/ 71502 w 186432"/>
              <a:gd name="connsiteY5" fmla="*/ 361718 h 361718"/>
              <a:gd name="connsiteX6" fmla="*/ 71502 w 186432"/>
              <a:gd name="connsiteY6" fmla="*/ 182346 h 361718"/>
              <a:gd name="connsiteX7" fmla="*/ 60316 w 186432"/>
              <a:gd name="connsiteY7" fmla="*/ 180459 h 361718"/>
              <a:gd name="connsiteX8" fmla="*/ 28976 w 186432"/>
              <a:gd name="connsiteY8" fmla="*/ 160762 h 361718"/>
              <a:gd name="connsiteX9" fmla="*/ 25670 w 186432"/>
              <a:gd name="connsiteY9" fmla="*/ 28976 h 361718"/>
              <a:gd name="connsiteX10" fmla="*/ 157456 w 186432"/>
              <a:gd name="connsiteY10" fmla="*/ 25671 h 361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6432" h="361718">
                <a:moveTo>
                  <a:pt x="157456" y="25671"/>
                </a:moveTo>
                <a:cubicBezTo>
                  <a:pt x="194761" y="61150"/>
                  <a:pt x="196241" y="120152"/>
                  <a:pt x="160762" y="157456"/>
                </a:cubicBezTo>
                <a:cubicBezTo>
                  <a:pt x="151892" y="166783"/>
                  <a:pt x="141552" y="173870"/>
                  <a:pt x="130448" y="178700"/>
                </a:cubicBezTo>
                <a:lnTo>
                  <a:pt x="117221" y="181620"/>
                </a:lnTo>
                <a:lnTo>
                  <a:pt x="117221" y="361718"/>
                </a:lnTo>
                <a:lnTo>
                  <a:pt x="71502" y="361718"/>
                </a:lnTo>
                <a:lnTo>
                  <a:pt x="71502" y="182346"/>
                </a:lnTo>
                <a:lnTo>
                  <a:pt x="60316" y="180459"/>
                </a:lnTo>
                <a:cubicBezTo>
                  <a:pt x="48984" y="176191"/>
                  <a:pt x="38302" y="169631"/>
                  <a:pt x="28976" y="160762"/>
                </a:cubicBezTo>
                <a:cubicBezTo>
                  <a:pt x="-8329" y="125283"/>
                  <a:pt x="-9809" y="66280"/>
                  <a:pt x="25670" y="28976"/>
                </a:cubicBezTo>
                <a:cubicBezTo>
                  <a:pt x="61150" y="-8329"/>
                  <a:pt x="120152" y="-9809"/>
                  <a:pt x="157456" y="25671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201C87-2715-9C2D-1B89-1B1E48F109D6}"/>
              </a:ext>
            </a:extLst>
          </p:cNvPr>
          <p:cNvSpPr txBox="1"/>
          <p:nvPr/>
        </p:nvSpPr>
        <p:spPr>
          <a:xfrm>
            <a:off x="641396" y="-83678"/>
            <a:ext cx="3193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VM Inventor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906BF45-018D-3007-B53F-5B6EADACA5D2}"/>
              </a:ext>
            </a:extLst>
          </p:cNvPr>
          <p:cNvSpPr/>
          <p:nvPr/>
        </p:nvSpPr>
        <p:spPr>
          <a:xfrm>
            <a:off x="386091" y="1225101"/>
            <a:ext cx="452761" cy="4616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D9238C5-A63C-6CE1-FFE0-B2ED362C6D22}"/>
              </a:ext>
            </a:extLst>
          </p:cNvPr>
          <p:cNvSpPr/>
          <p:nvPr/>
        </p:nvSpPr>
        <p:spPr>
          <a:xfrm>
            <a:off x="1122966" y="1225101"/>
            <a:ext cx="452761" cy="4616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DC5189C-1596-449F-A24D-79EBF193D0CC}"/>
              </a:ext>
            </a:extLst>
          </p:cNvPr>
          <p:cNvSpPr/>
          <p:nvPr/>
        </p:nvSpPr>
        <p:spPr>
          <a:xfrm>
            <a:off x="1859841" y="1225101"/>
            <a:ext cx="452761" cy="4616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E486C28-D942-10B2-3709-DAF4F6F88F9B}"/>
              </a:ext>
            </a:extLst>
          </p:cNvPr>
          <p:cNvSpPr/>
          <p:nvPr/>
        </p:nvSpPr>
        <p:spPr>
          <a:xfrm>
            <a:off x="2596716" y="1225102"/>
            <a:ext cx="452761" cy="4616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B83CCE-30BD-4E8D-DF11-10AADBD26216}"/>
              </a:ext>
            </a:extLst>
          </p:cNvPr>
          <p:cNvSpPr txBox="1"/>
          <p:nvPr/>
        </p:nvSpPr>
        <p:spPr>
          <a:xfrm>
            <a:off x="303856" y="1677897"/>
            <a:ext cx="699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 Add</a:t>
            </a:r>
          </a:p>
          <a:p>
            <a:r>
              <a:rPr lang="en-US" sz="1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Entry</a:t>
            </a:r>
            <a:endParaRPr lang="en-IN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93B725-4FCF-B52C-D5E0-90B3E88C080C}"/>
              </a:ext>
            </a:extLst>
          </p:cNvPr>
          <p:cNvSpPr txBox="1"/>
          <p:nvPr/>
        </p:nvSpPr>
        <p:spPr>
          <a:xfrm>
            <a:off x="999686" y="1686766"/>
            <a:ext cx="699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Credit</a:t>
            </a:r>
          </a:p>
          <a:p>
            <a:r>
              <a:rPr lang="en-US" sz="1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 List</a:t>
            </a:r>
            <a:endParaRPr lang="en-IN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A437E5-80E0-97EF-680E-89FD88965484}"/>
              </a:ext>
            </a:extLst>
          </p:cNvPr>
          <p:cNvSpPr txBox="1"/>
          <p:nvPr/>
        </p:nvSpPr>
        <p:spPr>
          <a:xfrm>
            <a:off x="1774113" y="1681684"/>
            <a:ext cx="699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View</a:t>
            </a:r>
          </a:p>
          <a:p>
            <a:r>
              <a:rPr lang="en-US" sz="1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Sort</a:t>
            </a:r>
            <a:endParaRPr lang="en-IN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CC8FF8-7081-68E3-E827-4B888617A6CC}"/>
              </a:ext>
            </a:extLst>
          </p:cNvPr>
          <p:cNvSpPr txBox="1"/>
          <p:nvPr/>
        </p:nvSpPr>
        <p:spPr>
          <a:xfrm>
            <a:off x="2502086" y="1686766"/>
            <a:ext cx="6993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Profit</a:t>
            </a:r>
            <a:endParaRPr lang="en-IN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2" name="Flowchart: Process 21">
            <a:extLst>
              <a:ext uri="{FF2B5EF4-FFF2-40B4-BE49-F238E27FC236}">
                <a16:creationId xmlns:a16="http://schemas.microsoft.com/office/drawing/2014/main" id="{35AAF336-162F-F2BA-512C-F48E947DABC3}"/>
              </a:ext>
            </a:extLst>
          </p:cNvPr>
          <p:cNvSpPr/>
          <p:nvPr/>
        </p:nvSpPr>
        <p:spPr>
          <a:xfrm>
            <a:off x="0" y="6172368"/>
            <a:ext cx="3266983" cy="685632"/>
          </a:xfrm>
          <a:prstGeom prst="flowChartProcess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A0AC4A-14A1-DCAD-A7DE-4BB6B096EECB}"/>
              </a:ext>
            </a:extLst>
          </p:cNvPr>
          <p:cNvSpPr txBox="1"/>
          <p:nvPr/>
        </p:nvSpPr>
        <p:spPr>
          <a:xfrm>
            <a:off x="71021" y="6253574"/>
            <a:ext cx="699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  UPI</a:t>
            </a:r>
          </a:p>
          <a:p>
            <a:r>
              <a:rPr lang="en-US" sz="1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Rs 100</a:t>
            </a:r>
            <a:endParaRPr lang="en-IN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4A64B1-59AF-24EF-D22F-3187DC77BB3F}"/>
              </a:ext>
            </a:extLst>
          </p:cNvPr>
          <p:cNvSpPr txBox="1"/>
          <p:nvPr/>
        </p:nvSpPr>
        <p:spPr>
          <a:xfrm>
            <a:off x="666471" y="6243294"/>
            <a:ext cx="818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 Cash</a:t>
            </a:r>
          </a:p>
          <a:p>
            <a:r>
              <a:rPr lang="en-US" sz="1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Rs 5000</a:t>
            </a:r>
            <a:endParaRPr lang="en-IN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AC63EE5-5443-7CF1-19A2-FA33549A6131}"/>
              </a:ext>
            </a:extLst>
          </p:cNvPr>
          <p:cNvSpPr txBox="1"/>
          <p:nvPr/>
        </p:nvSpPr>
        <p:spPr>
          <a:xfrm>
            <a:off x="1430154" y="6243294"/>
            <a:ext cx="818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 Credit</a:t>
            </a:r>
          </a:p>
          <a:p>
            <a:r>
              <a:rPr lang="en-US" sz="1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 Rs 50</a:t>
            </a:r>
            <a:endParaRPr lang="en-IN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0C2D55-2E31-CD7B-A525-DF1A35579048}"/>
              </a:ext>
            </a:extLst>
          </p:cNvPr>
          <p:cNvSpPr txBox="1"/>
          <p:nvPr/>
        </p:nvSpPr>
        <p:spPr>
          <a:xfrm>
            <a:off x="2322974" y="6253574"/>
            <a:ext cx="818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Epence</a:t>
            </a:r>
            <a:endParaRPr 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r>
              <a:rPr lang="en-US" sz="1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Rs 60k</a:t>
            </a:r>
            <a:endParaRPr lang="en-IN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7229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</Words>
  <Application>Microsoft Office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Vineesh S</dc:creator>
  <cp:lastModifiedBy>Vineesh S</cp:lastModifiedBy>
  <cp:revision>1</cp:revision>
  <dcterms:created xsi:type="dcterms:W3CDTF">2026-06-06T09:14:04Z</dcterms:created>
  <dcterms:modified xsi:type="dcterms:W3CDTF">2026-06-06T09:14:12Z</dcterms:modified>
</cp:coreProperties>
</file>